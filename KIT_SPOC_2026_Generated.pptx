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65760"/>
            <a:ext cx="10725912" cy="1691640"/>
          </a:xfrm>
          <a:prstGeom prst="roundRect">
            <a:avLst/>
          </a:prstGeom>
          <a:solidFill>
            <a:srgbClr val="0A101E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E65F00"/>
                </a:solidFill>
              </a:defRPr>
            </a:pPr>
            <a:r>
              <a:t>SMART INDIA HACKATHON 2026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TITLE PAGE // CBRS-X</a:t>
            </a:r>
          </a:p>
          <a:p>
            <a:pPr>
              <a:defRPr sz="1200">
                <a:solidFill>
                  <a:srgbClr val="BED7F5"/>
                </a:solidFill>
              </a:defRPr>
            </a:pPr>
            <a:r>
              <a:t>Virtual Reality &amp; WebGL CBRN Hazmat Emergency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5486400" cy="402336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0A101E"/>
                </a:solidFill>
              </a:defRPr>
            </a:pPr>
            <a:r>
              <a:t>📋 PROBLEM STATEMENT DETAILS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78D7"/>
                </a:solidFill>
              </a:rPr>
              <a:t>• Problem Statement ID: </a:t>
            </a:r>
            <a:r>
              <a:rPr sz="1050">
                <a:solidFill>
                  <a:srgbClr val="0F172A"/>
                </a:solidFill>
              </a:rPr>
              <a:t>SIH260088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78D7"/>
                </a:solidFill>
              </a:rPr>
              <a:t>• Problem Statement Title: </a:t>
            </a:r>
            <a:r>
              <a:rPr sz="1050">
                <a:solidFill>
                  <a:srgbClr val="0F172A"/>
                </a:solidFill>
              </a:rPr>
              <a:t>Virtual Reality &amp; WebGL CBRN Emergency Simulator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78D7"/>
                </a:solidFill>
              </a:rPr>
              <a:t>• Theme: </a:t>
            </a:r>
            <a:r>
              <a:rPr sz="1050">
                <a:solidFill>
                  <a:srgbClr val="0F172A"/>
                </a:solidFill>
              </a:rPr>
              <a:t>Disaster Management (NDRF / MHA)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78D7"/>
                </a:solidFill>
              </a:rPr>
              <a:t>• PS Category: </a:t>
            </a:r>
            <a:r>
              <a:rPr sz="1050">
                <a:solidFill>
                  <a:srgbClr val="0F172A"/>
                </a:solidFill>
              </a:rPr>
              <a:t>Software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78D7"/>
                </a:solidFill>
              </a:rPr>
              <a:t>• Institution: </a:t>
            </a:r>
            <a:r>
              <a:rPr sz="1050">
                <a:solidFill>
                  <a:srgbClr val="0F172A"/>
                </a:solidFill>
              </a:rPr>
              <a:t>Kalpataru Institute of Technology (KIT)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78D7"/>
                </a:solidFill>
              </a:rPr>
              <a:t>• Team Name: </a:t>
            </a:r>
            <a:r>
              <a:rPr sz="1050">
                <a:solidFill>
                  <a:srgbClr val="0F172A"/>
                </a:solidFill>
              </a:rPr>
              <a:t>CBRS-X Team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78D7"/>
                </a:solidFill>
              </a:rPr>
              <a:t>• Team Lead: </a:t>
            </a:r>
            <a:r>
              <a:rPr sz="1050">
                <a:solidFill>
                  <a:srgbClr val="0F172A"/>
                </a:solidFill>
              </a:rPr>
              <a:t>Lohith R C</a:t>
            </a:r>
          </a:p>
        </p:txBody>
      </p:sp>
      <p:pic>
        <p:nvPicPr>
          <p:cNvPr id="5" name="Picture 4" descr="p1_img0_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40280"/>
            <a:ext cx="496519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01E"/>
                </a:solidFill>
              </a:defRPr>
            </a:pPr>
            <a:r>
              <a:t>PROPOSED SOLUTION</a:t>
            </a:r>
          </a:p>
        </p:txBody>
      </p:sp>
      <p:pic>
        <p:nvPicPr>
          <p:cNvPr id="13" name="Picture 12" descr="p2_img2_Image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1072591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01E"/>
                </a:solidFill>
              </a:defRPr>
            </a:pPr>
            <a:r>
              <a:t>TECHNICAL APPROACH</a:t>
            </a:r>
          </a:p>
        </p:txBody>
      </p:sp>
      <p:pic>
        <p:nvPicPr>
          <p:cNvPr id="14" name="Picture 13" descr="p3_img2_Image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6217920" cy="4526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132320" y="1143000"/>
            <a:ext cx="4325112" cy="45262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150" b="1">
                <a:solidFill>
                  <a:srgbClr val="0A101E"/>
                </a:solidFill>
              </a:defRPr>
            </a:pPr>
            <a:r>
              <a:t>🛠️ TECHNOLOGY STACK</a:t>
            </a:r>
          </a:p>
          <a:p>
            <a:pPr>
              <a:spcBef>
                <a:spcPts val="150"/>
              </a:spcBef>
            </a:pPr>
            <a:r>
              <a:rPr b="1" sz="950">
                <a:solidFill>
                  <a:srgbClr val="0078D7"/>
                </a:solidFill>
              </a:rPr>
              <a:t>• Unity + WebGL: </a:t>
            </a:r>
            <a:r>
              <a:rPr sz="950">
                <a:solidFill>
                  <a:srgbClr val="0F172A"/>
                </a:solidFill>
              </a:rPr>
              <a:t>VR simulation environment</a:t>
            </a:r>
          </a:p>
          <a:p>
            <a:pPr>
              <a:spcBef>
                <a:spcPts val="150"/>
              </a:spcBef>
            </a:pPr>
            <a:r>
              <a:rPr b="1" sz="950">
                <a:solidFill>
                  <a:srgbClr val="0078D7"/>
                </a:solidFill>
              </a:rPr>
              <a:t>• React + Three.js: </a:t>
            </a:r>
            <a:r>
              <a:rPr sz="950">
                <a:solidFill>
                  <a:srgbClr val="0F172A"/>
                </a:solidFill>
              </a:rPr>
              <a:t>Trainee monitoring interface</a:t>
            </a:r>
          </a:p>
          <a:p>
            <a:pPr>
              <a:spcBef>
                <a:spcPts val="150"/>
              </a:spcBef>
            </a:pPr>
            <a:r>
              <a:rPr b="1" sz="950">
                <a:solidFill>
                  <a:srgbClr val="0078D7"/>
                </a:solidFill>
              </a:rPr>
              <a:t>• Java + Spring Boot: </a:t>
            </a:r>
            <a:r>
              <a:rPr sz="950">
                <a:solidFill>
                  <a:srgbClr val="0F172A"/>
                </a:solidFill>
              </a:rPr>
              <a:t>Backend &amp; real-time telemetry</a:t>
            </a:r>
          </a:p>
          <a:p>
            <a:pPr>
              <a:spcBef>
                <a:spcPts val="150"/>
              </a:spcBef>
            </a:pPr>
            <a:r>
              <a:rPr b="1" sz="950">
                <a:solidFill>
                  <a:srgbClr val="0078D7"/>
                </a:solidFill>
              </a:rPr>
              <a:t>• PostgreSQL: </a:t>
            </a:r>
            <a:r>
              <a:rPr sz="950">
                <a:solidFill>
                  <a:srgbClr val="0F172A"/>
                </a:solidFill>
              </a:rPr>
              <a:t>Secure storage of trainee data</a:t>
            </a:r>
          </a:p>
          <a:p>
            <a:pPr>
              <a:spcBef>
                <a:spcPts val="500"/>
              </a:spcBef>
              <a:defRPr sz="1150" b="1">
                <a:solidFill>
                  <a:srgbClr val="0A101E"/>
                </a:solidFill>
              </a:defRPr>
            </a:pPr>
            <a:r>
              <a:t>🔄 HOW IT WORKS</a:t>
            </a:r>
          </a:p>
          <a:p>
            <a:pPr>
              <a:spcBef>
                <a:spcPts val="150"/>
              </a:spcBef>
              <a:defRPr sz="919">
                <a:solidFill>
                  <a:srgbClr val="0F172A"/>
                </a:solidFill>
              </a:defRPr>
            </a:pPr>
            <a:r>
              <a:t>• Simulate ➔ Capture ➔ Evaluate ➔ Live Monitor ➔ Certify</a:t>
            </a:r>
          </a:p>
          <a:p>
            <a:pPr>
              <a:spcBef>
                <a:spcPts val="150"/>
              </a:spcBef>
              <a:defRPr sz="919">
                <a:solidFill>
                  <a:srgbClr val="0F172A"/>
                </a:solidFill>
              </a:defRPr>
            </a:pPr>
            <a:r>
              <a:t>• Tracks trainee actions in real time</a:t>
            </a:r>
          </a:p>
          <a:p>
            <a:pPr>
              <a:spcBef>
                <a:spcPts val="150"/>
              </a:spcBef>
              <a:defRPr sz="919">
                <a:solidFill>
                  <a:srgbClr val="0F172A"/>
                </a:solidFill>
              </a:defRPr>
            </a:pPr>
            <a:r>
              <a:t>• Automatically calculates a 100-point score</a:t>
            </a:r>
          </a:p>
          <a:p>
            <a:pPr>
              <a:spcBef>
                <a:spcPts val="150"/>
              </a:spcBef>
              <a:defRPr sz="919">
                <a:solidFill>
                  <a:srgbClr val="0F172A"/>
                </a:solidFill>
              </a:defRPr>
            </a:pPr>
            <a:r>
              <a:t>• Live tactical radar view for instructor</a:t>
            </a:r>
          </a:p>
          <a:p>
            <a:pPr>
              <a:spcBef>
                <a:spcPts val="150"/>
              </a:spcBef>
              <a:defRPr sz="919">
                <a:solidFill>
                  <a:srgbClr val="0F172A"/>
                </a:solidFill>
              </a:defRPr>
            </a:pPr>
            <a:r>
              <a:t>• Generates secure, tamper-proof SHA-256 certificate</a:t>
            </a:r>
          </a:p>
          <a:p>
            <a:pPr>
              <a:spcBef>
                <a:spcPts val="500"/>
              </a:spcBef>
              <a:defRPr sz="1150" b="1">
                <a:solidFill>
                  <a:srgbClr val="10A064"/>
                </a:solidFill>
              </a:defRPr>
            </a:pPr>
            <a:r>
              <a:t>📊 PERFORMANCE</a:t>
            </a:r>
          </a:p>
          <a:p>
            <a:pPr>
              <a:spcBef>
                <a:spcPts val="150"/>
              </a:spcBef>
              <a:defRPr sz="900" b="1">
                <a:solidFill>
                  <a:srgbClr val="0A101E"/>
                </a:solidFill>
              </a:defRPr>
            </a:pPr>
            <a:r>
              <a:t>✔ 46/46 Tests Passed (JUnit 5 + MockMvc)</a:t>
            </a:r>
          </a:p>
          <a:p>
            <a:pPr>
              <a:spcBef>
                <a:spcPts val="150"/>
              </a:spcBef>
              <a:defRPr sz="900" b="1">
                <a:solidFill>
                  <a:srgbClr val="0A101E"/>
                </a:solidFill>
              </a:defRPr>
            </a:pPr>
            <a:r>
              <a:t>✔ Supports up to 10,000 IP requests (LRU Rate Limiter)</a:t>
            </a:r>
          </a:p>
          <a:p>
            <a:pPr>
              <a:spcBef>
                <a:spcPts val="150"/>
              </a:spcBef>
              <a:defRPr sz="900" b="1">
                <a:solidFill>
                  <a:srgbClr val="0A101E"/>
                </a:solidFill>
              </a:defRPr>
            </a:pPr>
            <a:r>
              <a:t>✔ Smooth 60 FPS VR/WebGL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01E"/>
                </a:solidFill>
              </a:defRPr>
            </a:pPr>
            <a:r>
              <a:t>FEASIBILITY AND VIABILITY</a:t>
            </a:r>
          </a:p>
        </p:txBody>
      </p:sp>
      <p:pic>
        <p:nvPicPr>
          <p:cNvPr id="14" name="Picture 13" descr="p4_img1_Image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10725912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01E"/>
                </a:solidFill>
              </a:defRPr>
            </a:pPr>
            <a:r>
              <a:t>IMPACT AND BENEFITS</a:t>
            </a:r>
          </a:p>
        </p:txBody>
      </p:sp>
      <p:pic>
        <p:nvPicPr>
          <p:cNvPr id="14" name="Picture 13" descr="p5_img2_Image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143000"/>
            <a:ext cx="10725912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01E"/>
                </a:solidFill>
              </a:defRPr>
            </a:pPr>
            <a:r>
              <a:t>RESEARCH AND REFERENCES</a:t>
            </a:r>
          </a:p>
        </p:txBody>
      </p:sp>
      <p:pic>
        <p:nvPicPr>
          <p:cNvPr id="14" name="Picture 13" descr="p6_img2_Image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10725912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Surya .</cp:lastModifiedBy>
  <cp:revision>150</cp:revision>
  <dcterms:created xsi:type="dcterms:W3CDTF">2013-12-12T18:46:50Z</dcterms:created>
  <dcterms:modified xsi:type="dcterms:W3CDTF">2026-08-14T15:54:21Z</dcterms:modified>
  <cp:category/>
</cp:coreProperties>
</file>