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250545"/>
            <a:ext cx="5924550" cy="616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400" dirty="0">
                <a:solidFill>
                  <a:srgbClr val="0F172A"/>
                </a:solidFill>
              </a:rPr>
              <a:t>SIH260088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sz="2400" dirty="0">
                <a:solidFill>
                  <a:srgbClr val="0F172A"/>
                </a:solidFill>
              </a:rPr>
              <a:t> Virtual Reality &amp; WebGL CBRN Emergency Simulator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 dirty="0">
                <a:solidFill>
                  <a:srgbClr val="0F172A"/>
                </a:solidFill>
              </a:rPr>
              <a:t>Disaster Management (NDRF / MHA)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CBRN-X  by </a:t>
            </a:r>
            <a:r>
              <a:rPr lang="en-US" dirty="0" err="1">
                <a:solidFill>
                  <a:schemeClr val="bg1"/>
                </a:solidFill>
              </a:rPr>
              <a:t>TechMinded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E19165-B394-C6FC-ED85-0E19F06CE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57111"/>
            <a:ext cx="12192000" cy="50976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CFBD97F-0CDE-D2B1-B940-2A87EBB17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87" y="90306"/>
            <a:ext cx="1080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CBRN-X  by </a:t>
            </a:r>
            <a:r>
              <a:rPr lang="en-US" dirty="0" err="1">
                <a:solidFill>
                  <a:schemeClr val="bg1"/>
                </a:solidFill>
              </a:rPr>
              <a:t>TechMinded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AA1F51-35CE-43F8-32D6-558FA4F09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16643"/>
            <a:ext cx="7285703" cy="49301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56400D-B22A-D90D-FB99-1A0AE0190FC9}"/>
              </a:ext>
            </a:extLst>
          </p:cNvPr>
          <p:cNvSpPr txBox="1"/>
          <p:nvPr/>
        </p:nvSpPr>
        <p:spPr>
          <a:xfrm>
            <a:off x="7369446" y="1555596"/>
            <a:ext cx="466049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🛠️ TECHNOLOGY STACK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 + WebGL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VR simulation environment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+ Three.js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Trainee monitoring interface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+ Spring Boot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Backend and real-time communication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Secure storage of trainee data and results </a:t>
            </a:r>
          </a:p>
          <a:p>
            <a:pPr lvl="0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🔄 HOW IT WORKS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→ Capture Actions → Evaluate Performance → Live Monitoring → Generate Certificate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trainee actions in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calculates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100-point performance score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 can monitor trainees through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tactical view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tamper-proof certificate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🏆 PERFORMANCE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46/46 Tests Passed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up to 10,000 IP requests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60 FPS VR/WebGL experience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AF6306-4121-BCF9-577F-21B222ED7A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47" y="124783"/>
            <a:ext cx="1054856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FA8209-4538-FFA6-C8E1-452843444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5" y="1059580"/>
            <a:ext cx="11882454" cy="5265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462676-99CB-9C51-C963-1C8649CD8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875" y="132512"/>
            <a:ext cx="1080000" cy="1080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820AEB-7D6B-5DCA-6AAA-DDB1EF430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70640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D65ED1A4-E08D-FBD4-6A5A-8E41962D522E}"/>
              </a:ext>
            </a:extLst>
          </p:cNvPr>
          <p:cNvSpPr txBox="1">
            <a:spLocks/>
          </p:cNvSpPr>
          <p:nvPr/>
        </p:nvSpPr>
        <p:spPr>
          <a:xfrm>
            <a:off x="4493999" y="6402178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CBRN-X  by </a:t>
            </a:r>
            <a:r>
              <a:rPr lang="en-US" dirty="0" err="1">
                <a:solidFill>
                  <a:schemeClr val="bg1"/>
                </a:solidFill>
              </a:rPr>
              <a:t>TechMinded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9AA31F3-7AC6-E219-1A2C-1B2EF6F2BB8A}"/>
              </a:ext>
            </a:extLst>
          </p:cNvPr>
          <p:cNvSpPr txBox="1">
            <a:spLocks/>
          </p:cNvSpPr>
          <p:nvPr/>
        </p:nvSpPr>
        <p:spPr>
          <a:xfrm>
            <a:off x="8890000" y="65087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9FD124-08CE-E902-5898-FD8CD2CAA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63837"/>
            <a:ext cx="12113342" cy="52593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F3A2B49-D15D-3293-642C-F7ACEEA86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910" y="60579"/>
            <a:ext cx="1080000" cy="1080000"/>
          </a:xfrm>
          <a:prstGeom prst="rect">
            <a:avLst/>
          </a:prstGeom>
        </p:spPr>
      </p:pic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504CB6F7-C4A2-BB6E-0064-CA35E19622B9}"/>
              </a:ext>
            </a:extLst>
          </p:cNvPr>
          <p:cNvSpPr txBox="1">
            <a:spLocks/>
          </p:cNvSpPr>
          <p:nvPr/>
        </p:nvSpPr>
        <p:spPr>
          <a:xfrm>
            <a:off x="4493999" y="6402178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CBRN-X  by </a:t>
            </a:r>
            <a:r>
              <a:rPr lang="en-US" dirty="0" err="1">
                <a:solidFill>
                  <a:schemeClr val="bg1"/>
                </a:solidFill>
              </a:rPr>
              <a:t>TechMinded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C08602-5577-8B4F-4740-01BD6CD5D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55" y="1059580"/>
            <a:ext cx="11921781" cy="5290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C18119-7D02-1CDF-EC9B-8C6A88B5D8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537" y="176980"/>
            <a:ext cx="1080000" cy="1080000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EB8BE832-3F04-069D-069A-6720D6D9359D}"/>
              </a:ext>
            </a:extLst>
          </p:cNvPr>
          <p:cNvSpPr txBox="1">
            <a:spLocks/>
          </p:cNvSpPr>
          <p:nvPr/>
        </p:nvSpPr>
        <p:spPr>
          <a:xfrm>
            <a:off x="4493999" y="6402178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CBRN-X  by </a:t>
            </a:r>
            <a:r>
              <a:rPr lang="en-US" dirty="0" err="1">
                <a:solidFill>
                  <a:schemeClr val="bg1"/>
                </a:solidFill>
              </a:rPr>
              <a:t>TechMinded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7574</TotalTime>
  <Words>210</Words>
  <Application>Microsoft Office PowerPoint</Application>
  <PresentationFormat>Widescreen</PresentationFormat>
  <Paragraphs>48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Lohith R C</cp:lastModifiedBy>
  <cp:revision>152</cp:revision>
  <dcterms:created xsi:type="dcterms:W3CDTF">2013-12-12T18:46:50Z</dcterms:created>
  <dcterms:modified xsi:type="dcterms:W3CDTF">2026-08-27T15:33:31Z</dcterms:modified>
  <cp:category/>
</cp:coreProperties>
</file>